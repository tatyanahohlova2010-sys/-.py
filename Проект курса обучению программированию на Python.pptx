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38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7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63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992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06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2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8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5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6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0740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38467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8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417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76429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492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5998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38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15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94015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02578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4320003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39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34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851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837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759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3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B33C8E5-0C25-4F79-A242-03046AA6CC58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BDE3C6AF-F914-452A-B671-D7DA2C134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921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EBD2C-BA8D-1497-4AE7-EC765AD36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60" y="1820486"/>
            <a:ext cx="4800600" cy="2205233"/>
          </a:xfrm>
        </p:spPr>
        <p:txBody>
          <a:bodyPr>
            <a:normAutofit fontScale="90000"/>
          </a:bodyPr>
          <a:lstStyle/>
          <a:p>
            <a:r>
              <a:rPr lang="ru-RU" sz="2200" dirty="0"/>
              <a:t>Название работы:</a:t>
            </a:r>
            <a:br>
              <a:rPr lang="ru-RU" sz="1600" b="1" dirty="0"/>
            </a:br>
            <a:r>
              <a:rPr lang="ru-RU" sz="4000" b="1" dirty="0"/>
              <a:t>Проект курса обучению программированию на </a:t>
            </a:r>
            <a:r>
              <a:rPr lang="en-US" sz="4000" b="1" dirty="0"/>
              <a:t>Python</a:t>
            </a:r>
            <a:endParaRPr lang="ru-RU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719E0-8055-90FC-2AF6-689320E4CA7B}"/>
              </a:ext>
            </a:extLst>
          </p:cNvPr>
          <p:cNvSpPr txBox="1"/>
          <p:nvPr/>
        </p:nvSpPr>
        <p:spPr>
          <a:xfrm>
            <a:off x="118873" y="1820486"/>
            <a:ext cx="409651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Всероссийский Хакатон «Прогресс Дети»</a:t>
            </a:r>
          </a:p>
          <a:p>
            <a:r>
              <a:rPr lang="ru-RU" sz="26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Состав команды:</a:t>
            </a:r>
          </a:p>
          <a:p>
            <a:r>
              <a:rPr lang="ru-RU" sz="24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Хохлов Фёдор,</a:t>
            </a:r>
          </a:p>
          <a:p>
            <a:r>
              <a:rPr lang="ru-RU" sz="24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Стешенко Иван.</a:t>
            </a:r>
          </a:p>
          <a:p>
            <a:r>
              <a:rPr lang="ru-RU" sz="26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Название команды:</a:t>
            </a:r>
          </a:p>
          <a:p>
            <a:r>
              <a:rPr lang="ru-RU" sz="24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Торнадо</a:t>
            </a:r>
          </a:p>
          <a:p>
            <a:r>
              <a:rPr lang="ru-RU" sz="26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Наставники:</a:t>
            </a:r>
          </a:p>
          <a:p>
            <a:r>
              <a:rPr lang="ru-RU" sz="24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Хохлова Т.А.,</a:t>
            </a:r>
          </a:p>
          <a:p>
            <a:r>
              <a:rPr lang="ru-RU" sz="2400" b="1" dirty="0" err="1">
                <a:solidFill>
                  <a:schemeClr val="bg2">
                    <a:lumMod val="95000"/>
                    <a:lumOff val="5000"/>
                  </a:schemeClr>
                </a:solidFill>
              </a:rPr>
              <a:t>Добыш</a:t>
            </a:r>
            <a:r>
              <a:rPr lang="ru-RU" sz="2400" b="1" dirty="0">
                <a:solidFill>
                  <a:schemeClr val="bg2">
                    <a:lumMod val="95000"/>
                    <a:lumOff val="5000"/>
                  </a:schemeClr>
                </a:solidFill>
              </a:rPr>
              <a:t> О.В.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8FBA68A0-CBB8-2DA4-A6ED-AD105BC61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Номинация:</a:t>
            </a:r>
          </a:p>
          <a:p>
            <a:r>
              <a:rPr lang="ru-RU" sz="2400" dirty="0"/>
              <a:t>мобильная разработка.</a:t>
            </a:r>
          </a:p>
        </p:txBody>
      </p:sp>
    </p:spTree>
    <p:extLst>
      <p:ext uri="{BB962C8B-B14F-4D97-AF65-F5344CB8AC3E}">
        <p14:creationId xmlns:p14="http://schemas.microsoft.com/office/powerpoint/2010/main" val="157004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69B938-9647-77A4-A9FE-4E14793D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Цели,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DCC569-8749-90AE-BA5E-91BEEA948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Целью данного проекта является демонстрация функционирования мобильного приложения, предназначенного для освоения языка программирования Python. Основная задача приложения заключается в предоставлении обучающимся эффективного инструмента для изучения Python, при этом избегая превращения учебного курса в механическую методичку.</a:t>
            </a:r>
          </a:p>
          <a:p>
            <a:r>
              <a:rPr lang="ru-RU" sz="1800" dirty="0"/>
              <a:t>Приложение ориентировано на формирование у пользователей глубокого понимания языка, а также на развитие практических навыков написания программного кода. Для достижения этой цели используются интерактивные упражнения, способствующие поддержанию интереса и вовлеченности обучающихся на протяжении всего курса.</a:t>
            </a:r>
          </a:p>
        </p:txBody>
      </p:sp>
    </p:spTree>
    <p:extLst>
      <p:ext uri="{BB962C8B-B14F-4D97-AF65-F5344CB8AC3E}">
        <p14:creationId xmlns:p14="http://schemas.microsoft.com/office/powerpoint/2010/main" val="341761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2463F-E24C-482E-661E-A73A9146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Анализ аналогов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08497FC-8526-9545-5E79-8795E3D46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3687593"/>
              </p:ext>
            </p:extLst>
          </p:nvPr>
        </p:nvGraphicFramePr>
        <p:xfrm>
          <a:off x="838200" y="1690688"/>
          <a:ext cx="10515600" cy="3826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765436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64952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472059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58725162"/>
                    </a:ext>
                  </a:extLst>
                </a:gridCol>
              </a:tblGrid>
              <a:tr h="306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Курс / платформа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Главная фишка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На чём делают упор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Где могут быть пробелы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9785184"/>
                  </a:ext>
                </a:extLst>
              </a:tr>
              <a:tr h="975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Stepik («Поколение Python»)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Много задач с автопроверкой, чёткая структура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Синтаксис, базовые алгоритмы, практика на задачах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Мало «живых» проектов; упор на решение задач, а не на создание продукта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47184264"/>
                  </a:ext>
                </a:extLst>
              </a:tr>
              <a:tr h="770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CodeBasics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Самоучитель с короткими уроками и автотестами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Фундаментальные конструкции языка, чистая логика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Узкий фокус: почти нет фреймворков, деплоя, CI/CD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809764090"/>
                  </a:ext>
                </a:extLst>
              </a:tr>
              <a:tr h="770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Яндекс Практикум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Портфолио из 13+ проектов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Реальные задачи, код-ревью, работа в команде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Высокий порог входа: не подходит тем, кто совсем без базы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599469284"/>
                  </a:ext>
                </a:extLst>
              </a:tr>
              <a:tr h="1002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Skillbox / Skillfactory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Длительные программы с трудоустройством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Полный стек: от основ до деплоя и работы в команде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Много общих модулей</a:t>
                      </a:r>
                      <a:r>
                        <a:rPr lang="en-US" sz="1400" dirty="0"/>
                        <a:t>:</a:t>
                      </a:r>
                      <a:r>
                        <a:rPr lang="ru-RU" sz="1400" dirty="0"/>
                        <a:t> темп может быть медленным для мотивированных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604888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66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348D4-E6A0-7F76-6427-47B07CF3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3. Преимущества концепта: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8132F-0D30-3A0C-65B9-83D51161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2000" dirty="0"/>
              <a:t>В рамках данного курса учащиеся получают возможность не только осваивать базовые навыки программирования, но и развивать свои компетенции в области разработки и модификации программного обеспечения. Благодаря использованию исходного кода курса в качестве основы для создания собственных модификаций, ученики приобретают ценный практический опыт, который способствует углублению их понимания предметной области и развитию креативного мышления.</a:t>
            </a:r>
          </a:p>
          <a:p>
            <a:r>
              <a:rPr lang="ru-RU" sz="2000" dirty="0"/>
              <a:t>Уникальность данной концепции заключается в её интерактивной природе, которая позволяет учащимся работать с кодом непосредственно в рамках приложения, без необходимости установки дополнительного программного обеспечения для работы с Python. Это обеспечивает удобство и эффективность процесса обучения, минимизируя технические барьеры и способствуя более продуктивному освоению материала. Таким образом, представленная концепция способствует формированию у студентов навыков, востребованных в современной индустрии информационных технологий, и готовит их к успешной профессиональной деятельности в динамично развивающейся области программирования.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67489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AE6C1-4557-C462-C762-B578DF93F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4. Этапы работы: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DEED13-2C8C-7049-E0BF-6229D5DF4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Представлен прототип, реализованный на языке программирования «Python»: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Использован инструмент «</a:t>
            </a:r>
            <a:r>
              <a:rPr lang="en-US" sz="2000" dirty="0"/>
              <a:t>VS Code</a:t>
            </a:r>
            <a:r>
              <a:rPr lang="ru-RU" sz="2000" dirty="0"/>
              <a:t>»</a:t>
            </a:r>
            <a:r>
              <a:rPr lang="en-US" sz="2000" dirty="0"/>
              <a:t> </a:t>
            </a:r>
            <a:r>
              <a:rPr lang="ru-RU" sz="2000" dirty="0"/>
              <a:t>для редактирования и правки </a:t>
            </a:r>
            <a:r>
              <a:rPr lang="en-US" sz="2000" dirty="0"/>
              <a:t>python-</a:t>
            </a:r>
            <a:r>
              <a:rPr lang="ru-RU" sz="2000" dirty="0"/>
              <a:t>файла проекта.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Исходный код выложен в открытый доступ на репозитории «</a:t>
            </a:r>
            <a:r>
              <a:rPr lang="en-US" sz="2000" dirty="0"/>
              <a:t>GitHub</a:t>
            </a:r>
            <a:r>
              <a:rPr lang="ru-RU" sz="2000" dirty="0"/>
              <a:t>» (ссылка на продукт:	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 программе «</a:t>
            </a:r>
            <a:r>
              <a:rPr lang="en-US" sz="2000" dirty="0"/>
              <a:t>Microsoft PowerPoint 2016</a:t>
            </a:r>
            <a:r>
              <a:rPr lang="ru-RU" sz="2000" dirty="0"/>
              <a:t>» создана презентация прототипа.</a:t>
            </a:r>
          </a:p>
        </p:txBody>
      </p:sp>
    </p:spTree>
    <p:extLst>
      <p:ext uri="{BB962C8B-B14F-4D97-AF65-F5344CB8AC3E}">
        <p14:creationId xmlns:p14="http://schemas.microsoft.com/office/powerpoint/2010/main" val="800457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C33A02-18EF-80A9-E829-234D37CD1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3630"/>
            <a:ext cx="4876983" cy="33453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214F82-D1B4-7265-B535-585AEEE9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017" y="3512630"/>
            <a:ext cx="4876983" cy="33453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D7C3ED-E07F-AFEF-FE5A-79FD9A1EC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6" y="3512630"/>
            <a:ext cx="4876983" cy="33453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AAABC0-FB22-444F-B0E2-EF95073F1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83630"/>
            <a:ext cx="4876983" cy="334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0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5A22C-570C-2B53-A770-769F11C2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6. Члены команды: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AA3343-3E5D-4E52-6E5D-5DE5FE77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Хохлов Фёдор Денисович – разработчик.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Стешенко Иван Михайлович – идейный вдохновитель и тестировщик прототипа.</a:t>
            </a:r>
          </a:p>
          <a:p>
            <a:pPr lvl="1"/>
            <a:r>
              <a:rPr lang="ru-RU" sz="2400" dirty="0"/>
              <a:t>Целевая аудитория: приложение создавалось для таких, как Иван – с нулевой базой в кодинге и программировании.</a:t>
            </a:r>
          </a:p>
        </p:txBody>
      </p:sp>
    </p:spTree>
    <p:extLst>
      <p:ext uri="{BB962C8B-B14F-4D97-AF65-F5344CB8AC3E}">
        <p14:creationId xmlns:p14="http://schemas.microsoft.com/office/powerpoint/2010/main" val="259728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2F2CB-81F2-7FB5-DE42-CF3A2BCE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7. Подробности по проекту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BE8B9E-FC4E-BC99-E2C1-D10E56CCF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Проект создан с использованием модуля-библиотеки «</a:t>
            </a:r>
            <a:r>
              <a:rPr lang="en-US" sz="1800" dirty="0" err="1"/>
              <a:t>Pygame</a:t>
            </a:r>
            <a:r>
              <a:rPr lang="ru-RU" sz="1800" dirty="0"/>
              <a:t>» для создания окна и имитации работы приложения.</a:t>
            </a:r>
          </a:p>
          <a:p>
            <a:r>
              <a:rPr lang="ru-RU" sz="1800" dirty="0"/>
              <a:t>Код расписан пока только для 20-ти заданий, код приложения должен быть рассчитан на объем заданий в 10 раз больший, чем у прототипа.</a:t>
            </a:r>
          </a:p>
          <a:p>
            <a:r>
              <a:rPr lang="ru-RU" sz="1800" dirty="0"/>
              <a:t>К курсу прилагается мини-справочник по вопросам тестировщика – в нём указаны особенности письма функций и инструкции по обращению с приложением. Пример на 20 заданий прикреплён </a:t>
            </a:r>
            <a:r>
              <a:rPr lang="ru-RU" sz="1800"/>
              <a:t>на репозитории.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95610289"/>
      </p:ext>
    </p:extLst>
  </p:cSld>
  <p:clrMapOvr>
    <a:masterClrMapping/>
  </p:clrMapOvr>
</p:sld>
</file>

<file path=ppt/theme/theme1.xml><?xml version="1.0" encoding="utf-8"?>
<a:theme xmlns:a="http://schemas.openxmlformats.org/drawingml/2006/main" name="Запись фильма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503</TotalTime>
  <Words>578</Words>
  <Application>Microsoft Office PowerPoint</Application>
  <PresentationFormat>Широкоэкранный</PresentationFormat>
  <Paragraphs>52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Запись фильма</vt:lpstr>
      <vt:lpstr>Название работы: Проект курса обучению программированию на Python</vt:lpstr>
      <vt:lpstr>1. Цели, задачи</vt:lpstr>
      <vt:lpstr>2. Анализ аналогов</vt:lpstr>
      <vt:lpstr>3. Преимущества концепта:</vt:lpstr>
      <vt:lpstr>4. Этапы работы:</vt:lpstr>
      <vt:lpstr>Презентация PowerPoint</vt:lpstr>
      <vt:lpstr>6. Члены команды:</vt:lpstr>
      <vt:lpstr>7. Подробности по проекту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4</cp:revision>
  <dcterms:created xsi:type="dcterms:W3CDTF">2026-10-09T18:03:43Z</dcterms:created>
  <dcterms:modified xsi:type="dcterms:W3CDTF">2026-10-11T12:10:44Z</dcterms:modified>
</cp:coreProperties>
</file>